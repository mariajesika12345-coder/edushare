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arlow Condensed Bold" charset="1" panose="00000806000000000000"/>
      <p:regular r:id="rId16"/>
    </p:embeddedFont>
    <p:embeddedFont>
      <p:font typeface="Open Sauce Bold" charset="1" panose="00000800000000000000"/>
      <p:regular r:id="rId17"/>
    </p:embeddedFont>
    <p:embeddedFont>
      <p:font typeface="League Gothic" charset="1" panose="00000500000000000000"/>
      <p:regular r:id="rId18"/>
    </p:embeddedFont>
    <p:embeddedFont>
      <p:font typeface="Barlow Condensed Semi-Bold" charset="1" panose="00000706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Semi-Bold" charset="1" panose="00000700000000000000"/>
      <p:regular r:id="rId21"/>
    </p:embeddedFont>
    <p:embeddedFont>
      <p:font typeface="Open Sauce Bold Italics" charset="1" panose="00000800000000000000"/>
      <p:regular r:id="rId22"/>
    </p:embeddedFont>
    <p:embeddedFont>
      <p:font typeface="Barlow Condensed" charset="1" panose="00000506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5781675"/>
            <a:ext cx="10020300" cy="219075"/>
          </a:xfrm>
          <a:custGeom>
            <a:avLst/>
            <a:gdLst/>
            <a:ahLst/>
            <a:cxnLst/>
            <a:rect r="r" b="b" t="t" l="l"/>
            <a:pathLst>
              <a:path h="219075" w="10020300">
                <a:moveTo>
                  <a:pt x="0" y="0"/>
                </a:moveTo>
                <a:lnTo>
                  <a:pt x="10020300" y="0"/>
                </a:lnTo>
                <a:lnTo>
                  <a:pt x="10020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6409420"/>
            <a:ext cx="2194560" cy="75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4"/>
              </a:lnSpc>
            </a:pPr>
            <a:r>
              <a:rPr lang="en-US" sz="6175" b="true">
                <a:solidFill>
                  <a:srgbClr val="3776D8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Grade 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8096" y="7384256"/>
            <a:ext cx="7443216" cy="41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46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 Automation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096" y="8357045"/>
            <a:ext cx="3127248" cy="29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2540" b="true">
                <a:solidFill>
                  <a:srgbClr val="3776D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September 3,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6656" y="1911614"/>
            <a:ext cx="11448288" cy="4056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40"/>
              </a:lnSpc>
            </a:pPr>
            <a:r>
              <a:rPr lang="en-US" sz="17318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Announcement Text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3550" y="0"/>
            <a:ext cx="8934450" cy="10287000"/>
          </a:xfrm>
          <a:custGeom>
            <a:avLst/>
            <a:gdLst/>
            <a:ahLst/>
            <a:cxnLst/>
            <a:rect r="r" b="b" t="t" l="l"/>
            <a:pathLst>
              <a:path h="10287000" w="8934450">
                <a:moveTo>
                  <a:pt x="0" y="0"/>
                </a:moveTo>
                <a:lnTo>
                  <a:pt x="8934450" y="0"/>
                </a:lnTo>
                <a:lnTo>
                  <a:pt x="8934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3550" y="0"/>
            <a:ext cx="3057525" cy="10287000"/>
          </a:xfrm>
          <a:custGeom>
            <a:avLst/>
            <a:gdLst/>
            <a:ahLst/>
            <a:cxnLst/>
            <a:rect r="r" b="b" t="t" l="l"/>
            <a:pathLst>
              <a:path h="10287000" w="3057525">
                <a:moveTo>
                  <a:pt x="0" y="0"/>
                </a:moveTo>
                <a:lnTo>
                  <a:pt x="3057525" y="0"/>
                </a:lnTo>
                <a:lnTo>
                  <a:pt x="305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39700" y="428625"/>
            <a:ext cx="447675" cy="1714500"/>
          </a:xfrm>
          <a:custGeom>
            <a:avLst/>
            <a:gdLst/>
            <a:ahLst/>
            <a:cxnLst/>
            <a:rect r="r" b="b" t="t" l="l"/>
            <a:pathLst>
              <a:path h="1714500" w="447675">
                <a:moveTo>
                  <a:pt x="0" y="0"/>
                </a:moveTo>
                <a:lnTo>
                  <a:pt x="447675" y="0"/>
                </a:lnTo>
                <a:lnTo>
                  <a:pt x="447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140400">
            <a:off x="13293996" y="314444"/>
            <a:ext cx="3182112" cy="183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3"/>
              </a:lnSpc>
            </a:pPr>
            <a:r>
              <a:rPr lang="en-US" sz="3502" b="true">
                <a:solidFill>
                  <a:srgbClr val="18397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 AUTOMATION LABORATORY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3504" y="627444"/>
            <a:ext cx="7223760" cy="359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2"/>
              </a:lnSpc>
            </a:pPr>
            <a:r>
              <a:rPr lang="en-US" sz="2098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WARM-UP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9808" y="3465051"/>
            <a:ext cx="6272784" cy="118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3"/>
              </a:lnSpc>
            </a:pPr>
            <a:r>
              <a:rPr lang="en-US" sz="6873" b="true">
                <a:solidFill>
                  <a:srgbClr val="3A77D2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WHAT’S HAPPENING?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4714875"/>
            <a:ext cx="6324600" cy="428625"/>
          </a:xfrm>
          <a:custGeom>
            <a:avLst/>
            <a:gdLst/>
            <a:ahLst/>
            <a:cxnLst/>
            <a:rect r="r" b="b" t="t" l="l"/>
            <a:pathLst>
              <a:path h="428625" w="6324600">
                <a:moveTo>
                  <a:pt x="0" y="0"/>
                </a:moveTo>
                <a:lnTo>
                  <a:pt x="6324600" y="0"/>
                </a:lnTo>
                <a:lnTo>
                  <a:pt x="6324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4672" y="5418002"/>
            <a:ext cx="7406640" cy="58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 is this announcement about?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4672" y="6302684"/>
            <a:ext cx="4992624" cy="58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Where does it happen?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4672" y="7187366"/>
            <a:ext cx="4297680" cy="58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Why is it important?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4672" y="8072048"/>
            <a:ext cx="4992624" cy="58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47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Who should know this?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6384" y="887075"/>
            <a:ext cx="10442448" cy="137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6"/>
              </a:lnSpc>
            </a:pPr>
            <a:r>
              <a:rPr lang="en-US" sz="1038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PURPOSE AND 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6384" y="2170432"/>
            <a:ext cx="8869680" cy="127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4"/>
              </a:lnSpc>
            </a:pPr>
            <a:r>
              <a:rPr lang="en-US" sz="9564">
                <a:solidFill>
                  <a:srgbClr val="2A68D4"/>
                </a:solidFill>
                <a:latin typeface="League Gothic"/>
                <a:ea typeface="League Gothic"/>
                <a:cs typeface="League Gothic"/>
                <a:sym typeface="League Gothic"/>
              </a:rPr>
              <a:t>OF AN ANNOUNCEMENT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3429000"/>
            <a:ext cx="8067675" cy="219075"/>
          </a:xfrm>
          <a:custGeom>
            <a:avLst/>
            <a:gdLst/>
            <a:ahLst/>
            <a:cxnLst/>
            <a:rect r="r" b="b" t="t" l="l"/>
            <a:pathLst>
              <a:path h="219075" w="80676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6384" y="4625483"/>
            <a:ext cx="1609344" cy="33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8"/>
              </a:lnSpc>
            </a:pPr>
            <a:r>
              <a:rPr lang="en-US" sz="2568" b="true">
                <a:solidFill>
                  <a:srgbClr val="2A68D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PURPOSE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6384" y="5224653"/>
            <a:ext cx="2999232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47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 inform clearly and briefly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52925" y="3857625"/>
            <a:ext cx="219075" cy="5791200"/>
          </a:xfrm>
          <a:custGeom>
            <a:avLst/>
            <a:gdLst/>
            <a:ahLst/>
            <a:cxnLst/>
            <a:rect r="r" b="b" t="t" l="l"/>
            <a:pathLst>
              <a:path h="5791200" w="219075">
                <a:moveTo>
                  <a:pt x="0" y="0"/>
                </a:moveTo>
                <a:lnTo>
                  <a:pt x="219075" y="0"/>
                </a:lnTo>
                <a:lnTo>
                  <a:pt x="219075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21808" y="4189738"/>
            <a:ext cx="1975104" cy="32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484" b="true">
                <a:solidFill>
                  <a:srgbClr val="2A68D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STRUCTURE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19700" y="4495800"/>
            <a:ext cx="4143375" cy="2152650"/>
          </a:xfrm>
          <a:custGeom>
            <a:avLst/>
            <a:gdLst/>
            <a:ahLst/>
            <a:cxnLst/>
            <a:rect r="r" b="b" t="t" l="l"/>
            <a:pathLst>
              <a:path h="2152650" w="4143375">
                <a:moveTo>
                  <a:pt x="0" y="0"/>
                </a:moveTo>
                <a:lnTo>
                  <a:pt x="4143375" y="0"/>
                </a:lnTo>
                <a:lnTo>
                  <a:pt x="41433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92240" y="5442144"/>
            <a:ext cx="1298448" cy="67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9"/>
              </a:lnSpc>
            </a:pPr>
            <a:r>
              <a:rPr lang="en-US" b="true" sz="502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TITLE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924925" y="4495800"/>
            <a:ext cx="4362450" cy="2152650"/>
          </a:xfrm>
          <a:custGeom>
            <a:avLst/>
            <a:gdLst/>
            <a:ahLst/>
            <a:cxnLst/>
            <a:rect r="r" b="b" t="t" l="l"/>
            <a:pathLst>
              <a:path h="2152650" w="4362450">
                <a:moveTo>
                  <a:pt x="0" y="0"/>
                </a:moveTo>
                <a:lnTo>
                  <a:pt x="4362450" y="0"/>
                </a:lnTo>
                <a:lnTo>
                  <a:pt x="43624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03536" y="5441609"/>
            <a:ext cx="2157984" cy="67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b="true" sz="5071">
                <a:solidFill>
                  <a:srgbClr val="00002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CONTENT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839700" y="4495800"/>
            <a:ext cx="3924300" cy="2152650"/>
          </a:xfrm>
          <a:custGeom>
            <a:avLst/>
            <a:gdLst/>
            <a:ahLst/>
            <a:cxnLst/>
            <a:rect r="r" b="b" t="t" l="l"/>
            <a:pathLst>
              <a:path h="2152650" w="3924300">
                <a:moveTo>
                  <a:pt x="0" y="0"/>
                </a:moveTo>
                <a:lnTo>
                  <a:pt x="3924300" y="0"/>
                </a:lnTo>
                <a:lnTo>
                  <a:pt x="3924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972032" y="5430476"/>
            <a:ext cx="1993392" cy="69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</a:pPr>
            <a:r>
              <a:rPr lang="en-US" b="true" sz="5198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CLOSING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6000" y="6638925"/>
            <a:ext cx="10239375" cy="1504950"/>
          </a:xfrm>
          <a:custGeom>
            <a:avLst/>
            <a:gdLst/>
            <a:ahLst/>
            <a:cxnLst/>
            <a:rect r="r" b="b" t="t" l="l"/>
            <a:pathLst>
              <a:path h="1504950" w="10239375">
                <a:moveTo>
                  <a:pt x="0" y="0"/>
                </a:moveTo>
                <a:lnTo>
                  <a:pt x="10239375" y="0"/>
                </a:lnTo>
                <a:lnTo>
                  <a:pt x="1023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705856" y="8391954"/>
            <a:ext cx="1005840" cy="31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6"/>
              </a:lnSpc>
            </a:pPr>
            <a:r>
              <a:rPr lang="en-US" b="true" sz="2456">
                <a:solidFill>
                  <a:srgbClr val="2A68D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77840" y="8874442"/>
            <a:ext cx="126187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203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 it about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00416" y="8386477"/>
            <a:ext cx="859536" cy="33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b="true" sz="2512">
                <a:solidFill>
                  <a:srgbClr val="2A68D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44384" y="8874442"/>
            <a:ext cx="135331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0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 involved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4704" y="8390525"/>
            <a:ext cx="1060704" cy="33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b="true" sz="2568">
                <a:solidFill>
                  <a:srgbClr val="2A68D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02368" y="8879205"/>
            <a:ext cx="18836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97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does it happen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38176" y="8390525"/>
            <a:ext cx="1243584" cy="33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b="true" sz="2568">
                <a:solidFill>
                  <a:srgbClr val="2A68D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WHERE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80976" y="8883968"/>
            <a:ext cx="219456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6"/>
              </a:lnSpc>
            </a:pPr>
            <a:r>
              <a:rPr lang="en-US" sz="192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does it take place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91104" y="8386477"/>
            <a:ext cx="822960" cy="33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b="true" sz="2512">
                <a:solidFill>
                  <a:srgbClr val="2A68D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33904" y="8874442"/>
            <a:ext cx="175564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0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 it important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91700" y="0"/>
            <a:ext cx="8496300" cy="10287000"/>
          </a:xfrm>
          <a:custGeom>
            <a:avLst/>
            <a:gdLst/>
            <a:ahLst/>
            <a:cxnLst/>
            <a:rect r="r" b="b" t="t" l="l"/>
            <a:pathLst>
              <a:path h="10287000" w="8496300">
                <a:moveTo>
                  <a:pt x="0" y="0"/>
                </a:moveTo>
                <a:lnTo>
                  <a:pt x="8496300" y="0"/>
                </a:lnTo>
                <a:lnTo>
                  <a:pt x="84963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91700" y="0"/>
            <a:ext cx="3495675" cy="10287000"/>
          </a:xfrm>
          <a:custGeom>
            <a:avLst/>
            <a:gdLst/>
            <a:ahLst/>
            <a:cxnLst/>
            <a:rect r="r" b="b" t="t" l="l"/>
            <a:pathLst>
              <a:path h="10287000" w="3495675">
                <a:moveTo>
                  <a:pt x="0" y="0"/>
                </a:moveTo>
                <a:lnTo>
                  <a:pt x="3495675" y="0"/>
                </a:lnTo>
                <a:lnTo>
                  <a:pt x="34956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8096" y="471363"/>
            <a:ext cx="4828032" cy="184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64"/>
              </a:lnSpc>
            </a:pPr>
            <a:r>
              <a:rPr lang="en-US" sz="1076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Important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096" y="1685229"/>
            <a:ext cx="5742432" cy="184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64"/>
              </a:lnSpc>
            </a:pPr>
            <a:r>
              <a:rPr lang="en-US" sz="10760">
                <a:solidFill>
                  <a:srgbClr val="1A5DBF"/>
                </a:solidFill>
                <a:latin typeface="League Gothic"/>
                <a:ea typeface="League Gothic"/>
                <a:cs typeface="League Gothic"/>
                <a:sym typeface="League Gothic"/>
              </a:rPr>
              <a:t>Information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1525" y="3429000"/>
            <a:ext cx="6534150" cy="104775"/>
          </a:xfrm>
          <a:custGeom>
            <a:avLst/>
            <a:gdLst/>
            <a:ahLst/>
            <a:cxnLst/>
            <a:rect r="r" b="b" t="t" l="l"/>
            <a:pathLst>
              <a:path h="104775" w="6534150">
                <a:moveTo>
                  <a:pt x="0" y="0"/>
                </a:moveTo>
                <a:lnTo>
                  <a:pt x="6534150" y="0"/>
                </a:lnTo>
                <a:lnTo>
                  <a:pt x="6534150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95" t="0" r="-1603" b="-10909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8096" y="3726037"/>
            <a:ext cx="6967728" cy="42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5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Find the key details in every announcement.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7700" y="4286250"/>
            <a:ext cx="8496300" cy="1285875"/>
          </a:xfrm>
          <a:custGeom>
            <a:avLst/>
            <a:gdLst/>
            <a:ahLst/>
            <a:cxnLst/>
            <a:rect r="r" b="b" t="t" l="l"/>
            <a:pathLst>
              <a:path h="1285875" w="8496300">
                <a:moveTo>
                  <a:pt x="0" y="0"/>
                </a:moveTo>
                <a:lnTo>
                  <a:pt x="8496300" y="0"/>
                </a:lnTo>
                <a:lnTo>
                  <a:pt x="8496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78992" y="4600757"/>
            <a:ext cx="1115568" cy="80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467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57600" y="4734687"/>
            <a:ext cx="3383280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7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activity or event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7700" y="5353050"/>
            <a:ext cx="8496300" cy="1295400"/>
          </a:xfrm>
          <a:custGeom>
            <a:avLst/>
            <a:gdLst/>
            <a:ahLst/>
            <a:cxnLst/>
            <a:rect r="r" b="b" t="t" l="l"/>
            <a:pathLst>
              <a:path h="1295400" w="8496300">
                <a:moveTo>
                  <a:pt x="0" y="0"/>
                </a:moveTo>
                <a:lnTo>
                  <a:pt x="8496300" y="0"/>
                </a:lnTo>
                <a:lnTo>
                  <a:pt x="8496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78992" y="5664641"/>
            <a:ext cx="932688" cy="79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4644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57600" y="5789962"/>
            <a:ext cx="34381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81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people involved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7700" y="6429375"/>
            <a:ext cx="8496300" cy="1285875"/>
          </a:xfrm>
          <a:custGeom>
            <a:avLst/>
            <a:gdLst/>
            <a:ahLst/>
            <a:cxnLst/>
            <a:rect r="r" b="b" t="t" l="l"/>
            <a:pathLst>
              <a:path h="1285875" w="8496300">
                <a:moveTo>
                  <a:pt x="0" y="0"/>
                </a:moveTo>
                <a:lnTo>
                  <a:pt x="8496300" y="0"/>
                </a:lnTo>
                <a:lnTo>
                  <a:pt x="8496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78992" y="6741935"/>
            <a:ext cx="1170432" cy="77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7"/>
              </a:lnSpc>
            </a:pPr>
            <a:r>
              <a:rPr lang="en-US" sz="4541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57600" y="6845236"/>
            <a:ext cx="3364992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time it happens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7700" y="7496175"/>
            <a:ext cx="8496300" cy="1295400"/>
          </a:xfrm>
          <a:custGeom>
            <a:avLst/>
            <a:gdLst/>
            <a:ahLst/>
            <a:cxnLst/>
            <a:rect r="r" b="b" t="t" l="l"/>
            <a:pathLst>
              <a:path h="1295400" w="8496300">
                <a:moveTo>
                  <a:pt x="0" y="0"/>
                </a:moveTo>
                <a:lnTo>
                  <a:pt x="8496300" y="0"/>
                </a:lnTo>
                <a:lnTo>
                  <a:pt x="8496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78992" y="7789727"/>
            <a:ext cx="1389888" cy="80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467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Where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57600" y="7923657"/>
            <a:ext cx="4023360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7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place it takes place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7700" y="8572500"/>
            <a:ext cx="8496300" cy="1285875"/>
          </a:xfrm>
          <a:custGeom>
            <a:avLst/>
            <a:gdLst/>
            <a:ahLst/>
            <a:cxnLst/>
            <a:rect r="r" b="b" t="t" l="l"/>
            <a:pathLst>
              <a:path h="1285875" w="8496300">
                <a:moveTo>
                  <a:pt x="0" y="0"/>
                </a:moveTo>
                <a:lnTo>
                  <a:pt x="8496300" y="0"/>
                </a:lnTo>
                <a:lnTo>
                  <a:pt x="8496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78992" y="8859575"/>
            <a:ext cx="932688" cy="80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467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57600" y="8989219"/>
            <a:ext cx="362102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81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reason it matters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2625" y="0"/>
            <a:ext cx="8715375" cy="10287000"/>
          </a:xfrm>
          <a:custGeom>
            <a:avLst/>
            <a:gdLst/>
            <a:ahLst/>
            <a:cxnLst/>
            <a:rect r="r" b="b" t="t" l="l"/>
            <a:pathLst>
              <a:path h="10287000" w="8715375">
                <a:moveTo>
                  <a:pt x="0" y="0"/>
                </a:moveTo>
                <a:lnTo>
                  <a:pt x="8715375" y="0"/>
                </a:lnTo>
                <a:lnTo>
                  <a:pt x="8715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2625" y="0"/>
            <a:ext cx="3057525" cy="10287000"/>
          </a:xfrm>
          <a:custGeom>
            <a:avLst/>
            <a:gdLst/>
            <a:ahLst/>
            <a:cxnLst/>
            <a:rect r="r" b="b" t="t" l="l"/>
            <a:pathLst>
              <a:path h="10287000" w="3057525">
                <a:moveTo>
                  <a:pt x="0" y="0"/>
                </a:moveTo>
                <a:lnTo>
                  <a:pt x="3057525" y="0"/>
                </a:lnTo>
                <a:lnTo>
                  <a:pt x="305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1520" y="549021"/>
            <a:ext cx="877824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0"/>
              </a:lnSpc>
            </a:pPr>
            <a:r>
              <a:rPr lang="en-US" sz="8967" spc="-26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LANGUAGE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1520" y="1988248"/>
            <a:ext cx="678484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b="true" sz="4692" spc="-140">
                <a:solidFill>
                  <a:srgbClr val="78B7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 AN ANNOUNCEMENT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000375"/>
            <a:ext cx="8934450" cy="219075"/>
          </a:xfrm>
          <a:custGeom>
            <a:avLst/>
            <a:gdLst/>
            <a:ahLst/>
            <a:cxnLst/>
            <a:rect r="r" b="b" t="t" l="l"/>
            <a:pathLst>
              <a:path h="219075" w="8934450">
                <a:moveTo>
                  <a:pt x="0" y="0"/>
                </a:moveTo>
                <a:lnTo>
                  <a:pt x="8934450" y="0"/>
                </a:lnTo>
                <a:lnTo>
                  <a:pt x="893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7700" y="3429000"/>
            <a:ext cx="2190750" cy="2143125"/>
          </a:xfrm>
          <a:custGeom>
            <a:avLst/>
            <a:gdLst/>
            <a:ahLst/>
            <a:cxnLst/>
            <a:rect r="r" b="b" t="t" l="l"/>
            <a:pathLst>
              <a:path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61872" y="3849243"/>
            <a:ext cx="8229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71700" y="3429000"/>
            <a:ext cx="7410450" cy="2143125"/>
          </a:xfrm>
          <a:custGeom>
            <a:avLst/>
            <a:gdLst/>
            <a:ahLst/>
            <a:cxnLst/>
            <a:rect r="r" b="b" t="t" l="l"/>
            <a:pathLst>
              <a:path h="2143125" w="7410450">
                <a:moveTo>
                  <a:pt x="0" y="0"/>
                </a:moveTo>
                <a:lnTo>
                  <a:pt x="7410450" y="0"/>
                </a:lnTo>
                <a:lnTo>
                  <a:pt x="7410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90672" y="3749040"/>
            <a:ext cx="385876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46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SIMPLE PRESENT TENSE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0672" y="4322826"/>
            <a:ext cx="453542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203" b="true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States facts clearly and directly.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90672" y="4787265"/>
            <a:ext cx="261518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6" i="true" b="true">
                <a:solidFill>
                  <a:srgbClr val="78B7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The lab is closed.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7700" y="5572125"/>
            <a:ext cx="2190750" cy="2143125"/>
          </a:xfrm>
          <a:custGeom>
            <a:avLst/>
            <a:gdLst/>
            <a:ahLst/>
            <a:cxnLst/>
            <a:rect r="r" b="b" t="t" l="l"/>
            <a:pathLst>
              <a:path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3584" y="5988939"/>
            <a:ext cx="87782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171700" y="5572125"/>
            <a:ext cx="8286750" cy="2143125"/>
          </a:xfrm>
          <a:custGeom>
            <a:avLst/>
            <a:gdLst/>
            <a:ahLst/>
            <a:cxnLst/>
            <a:rect r="r" b="b" t="t" l="l"/>
            <a:pathLst>
              <a:path h="2143125" w="8286750">
                <a:moveTo>
                  <a:pt x="0" y="0"/>
                </a:moveTo>
                <a:lnTo>
                  <a:pt x="8286750" y="0"/>
                </a:lnTo>
                <a:lnTo>
                  <a:pt x="8286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090672" y="5893498"/>
            <a:ext cx="387705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242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IMPERATIVE SENTENCES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90672" y="6452997"/>
            <a:ext cx="44439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true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Gives instructions or requests.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0672" y="6926961"/>
            <a:ext cx="301752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6" i="true" b="true">
                <a:solidFill>
                  <a:srgbClr val="78B7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Please do not enter.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47700" y="7715250"/>
            <a:ext cx="2190750" cy="2143125"/>
          </a:xfrm>
          <a:custGeom>
            <a:avLst/>
            <a:gdLst/>
            <a:ahLst/>
            <a:cxnLst/>
            <a:rect r="r" b="b" t="t" l="l"/>
            <a:pathLst>
              <a:path h="2143125" w="2190750">
                <a:moveTo>
                  <a:pt x="0" y="0"/>
                </a:moveTo>
                <a:lnTo>
                  <a:pt x="2190750" y="0"/>
                </a:lnTo>
                <a:lnTo>
                  <a:pt x="2190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43584" y="8159496"/>
            <a:ext cx="87782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171700" y="7715250"/>
            <a:ext cx="9153525" cy="2143125"/>
          </a:xfrm>
          <a:custGeom>
            <a:avLst/>
            <a:gdLst/>
            <a:ahLst/>
            <a:cxnLst/>
            <a:rect r="r" b="b" t="t" l="l"/>
            <a:pathLst>
              <a:path h="2143125" w="9153525">
                <a:moveTo>
                  <a:pt x="0" y="0"/>
                </a:moveTo>
                <a:lnTo>
                  <a:pt x="9153525" y="0"/>
                </a:lnTo>
                <a:lnTo>
                  <a:pt x="9153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090672" y="8059293"/>
            <a:ext cx="50109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4"/>
              </a:lnSpc>
            </a:pPr>
            <a:r>
              <a:rPr lang="en-US" sz="244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 AND PLACE EXPRESSIONS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90672" y="8623554"/>
            <a:ext cx="48463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true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Tells when and where it happens.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90672" y="9097518"/>
            <a:ext cx="391363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0"/>
              </a:lnSpc>
            </a:pPr>
            <a:r>
              <a:rPr lang="en-US" sz="2367" i="true" b="true">
                <a:solidFill>
                  <a:srgbClr val="78B7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on Wednesday, in the lab.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192000" y="2781300"/>
            <a:ext cx="5229225" cy="6219825"/>
          </a:xfrm>
          <a:custGeom>
            <a:avLst/>
            <a:gdLst/>
            <a:ahLst/>
            <a:cxnLst/>
            <a:rect r="r" b="b" t="t" l="l"/>
            <a:pathLst>
              <a:path h="6219825" w="5229225">
                <a:moveTo>
                  <a:pt x="0" y="0"/>
                </a:moveTo>
                <a:lnTo>
                  <a:pt x="5229225" y="0"/>
                </a:lnTo>
                <a:lnTo>
                  <a:pt x="5229225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839700" y="3209925"/>
            <a:ext cx="3924300" cy="1504950"/>
          </a:xfrm>
          <a:custGeom>
            <a:avLst/>
            <a:gdLst/>
            <a:ahLst/>
            <a:cxnLst/>
            <a:rect r="r" b="b" t="t" l="l"/>
            <a:pathLst>
              <a:path h="1504950" w="3924300">
                <a:moveTo>
                  <a:pt x="0" y="0"/>
                </a:moveTo>
                <a:lnTo>
                  <a:pt x="3924300" y="0"/>
                </a:lnTo>
                <a:lnTo>
                  <a:pt x="3924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441680" y="3417189"/>
            <a:ext cx="277977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20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NOTICE</a:t>
            </a:r>
          </a:p>
        </p:txBody>
      </p:sp>
      <p:sp>
        <p:nvSpPr>
          <p:cNvPr name="TextBox 29" id="29"/>
          <p:cNvSpPr txBox="true"/>
          <p:nvPr/>
        </p:nvSpPr>
        <p:spPr>
          <a:xfrm rot="118800">
            <a:off x="13206273" y="4912804"/>
            <a:ext cx="31821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b="true" sz="3472" spc="-10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MAINTENANCE IN PROGRESS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058775" y="6210300"/>
            <a:ext cx="3495675" cy="438150"/>
          </a:xfrm>
          <a:custGeom>
            <a:avLst/>
            <a:gdLst/>
            <a:ahLst/>
            <a:cxnLst/>
            <a:rect r="r" b="b" t="t" l="l"/>
            <a:pathLst>
              <a:path h="438150" w="3495675">
                <a:moveTo>
                  <a:pt x="0" y="0"/>
                </a:moveTo>
                <a:lnTo>
                  <a:pt x="3495675" y="0"/>
                </a:lnTo>
                <a:lnTo>
                  <a:pt x="3495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194400">
            <a:off x="13101494" y="6635506"/>
            <a:ext cx="3255264" cy="90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</a:pPr>
            <a:r>
              <a:rPr lang="en-US" b="true" sz="2322" spc="-6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LABORATORY CLOSED ON WEDNESDAY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630150" cy="10287000"/>
          </a:xfrm>
          <a:custGeom>
            <a:avLst/>
            <a:gdLst/>
            <a:ahLst/>
            <a:cxnLst/>
            <a:rect r="r" b="b" t="t" l="l"/>
            <a:pathLst>
              <a:path h="10287000" w="12630150">
                <a:moveTo>
                  <a:pt x="0" y="0"/>
                </a:moveTo>
                <a:lnTo>
                  <a:pt x="12630150" y="0"/>
                </a:lnTo>
                <a:lnTo>
                  <a:pt x="12630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3550" y="0"/>
            <a:ext cx="3276600" cy="10287000"/>
          </a:xfrm>
          <a:custGeom>
            <a:avLst/>
            <a:gdLst/>
            <a:ahLst/>
            <a:cxnLst/>
            <a:rect r="r" b="b" t="t" l="l"/>
            <a:pathLst>
              <a:path h="10287000" w="3276600">
                <a:moveTo>
                  <a:pt x="0" y="0"/>
                </a:moveTo>
                <a:lnTo>
                  <a:pt x="3276600" y="0"/>
                </a:lnTo>
                <a:lnTo>
                  <a:pt x="3276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4944" y="738084"/>
            <a:ext cx="7955280" cy="212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7"/>
              </a:lnSpc>
            </a:pPr>
            <a:r>
              <a:rPr lang="en-US" sz="1242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toi laboratory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944" y="2085681"/>
            <a:ext cx="7955280" cy="212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7"/>
              </a:lnSpc>
            </a:pPr>
            <a:r>
              <a:rPr lang="en-US" sz="12426">
                <a:solidFill>
                  <a:srgbClr val="2A6DBE"/>
                </a:solidFill>
                <a:latin typeface="League Gothic"/>
                <a:ea typeface="League Gothic"/>
                <a:cs typeface="League Gothic"/>
                <a:sym typeface="League Gothic"/>
              </a:rPr>
              <a:t>announcement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04850" y="4019550"/>
            <a:ext cx="7924800" cy="57150"/>
          </a:xfrm>
          <a:custGeom>
            <a:avLst/>
            <a:gdLst/>
            <a:ahLst/>
            <a:cxnLst/>
            <a:rect r="r" b="b" t="t" l="l"/>
            <a:pathLst>
              <a:path h="57150" w="7924800">
                <a:moveTo>
                  <a:pt x="0" y="0"/>
                </a:moveTo>
                <a:lnTo>
                  <a:pt x="7924800" y="0"/>
                </a:lnTo>
                <a:lnTo>
                  <a:pt x="7924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1" t="-283333" r="-108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1520" y="4439723"/>
            <a:ext cx="5961888" cy="5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Attention, Class X TOI students.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5568055"/>
            <a:ext cx="8266176" cy="109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Automation Laboratory will be closed on </a:t>
            </a:r>
            <a:r>
              <a:rPr lang="en-US" sz="3204" b="true">
                <a:solidFill>
                  <a:srgbClr val="2A6DB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Wednesday, September 9, 2026, from 10 a.m. to 12 p.m.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934950" y="2495550"/>
            <a:ext cx="3781425" cy="4181475"/>
          </a:xfrm>
          <a:custGeom>
            <a:avLst/>
            <a:gdLst/>
            <a:ahLst/>
            <a:cxnLst/>
            <a:rect r="r" b="b" t="t" l="l"/>
            <a:pathLst>
              <a:path h="4181475" w="3781425">
                <a:moveTo>
                  <a:pt x="0" y="0"/>
                </a:moveTo>
                <a:lnTo>
                  <a:pt x="3781425" y="0"/>
                </a:lnTo>
                <a:lnTo>
                  <a:pt x="3781425" y="4181475"/>
                </a:lnTo>
                <a:lnTo>
                  <a:pt x="0" y="4181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18" t="-3416" r="-1259" b="-432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06400" y="3990975"/>
            <a:ext cx="3381375" cy="1581150"/>
          </a:xfrm>
          <a:custGeom>
            <a:avLst/>
            <a:gdLst/>
            <a:ahLst/>
            <a:cxnLst/>
            <a:rect r="r" b="b" t="t" l="l"/>
            <a:pathLst>
              <a:path h="1581150" w="3381375">
                <a:moveTo>
                  <a:pt x="0" y="0"/>
                </a:moveTo>
                <a:lnTo>
                  <a:pt x="3381375" y="0"/>
                </a:lnTo>
                <a:lnTo>
                  <a:pt x="3381375" y="1581150"/>
                </a:lnTo>
                <a:lnTo>
                  <a:pt x="0" y="1581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08" t="-8433" r="-197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1520" y="7211025"/>
            <a:ext cx="6912864" cy="217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50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Due to </a:t>
            </a:r>
            <a:r>
              <a:rPr lang="en-US" sz="2507" b="true">
                <a:solidFill>
                  <a:srgbClr val="2A6DB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equipment maintenance.</a:t>
            </a:r>
          </a:p>
          <a:p>
            <a:pPr algn="l">
              <a:lnSpc>
                <a:spcPts val="3510"/>
              </a:lnSpc>
            </a:pPr>
          </a:p>
          <a:p>
            <a:pPr algn="l">
              <a:lnSpc>
                <a:spcPts val="3510"/>
              </a:lnSpc>
            </a:pPr>
            <a:r>
              <a:rPr lang="en-US" sz="250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Please </a:t>
            </a:r>
            <a:r>
              <a:rPr lang="en-US" sz="2507" b="true">
                <a:solidFill>
                  <a:srgbClr val="2A6DB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do not enter</a:t>
            </a:r>
            <a:r>
              <a:rPr lang="en-US" sz="250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during this time.</a:t>
            </a:r>
          </a:p>
          <a:p>
            <a:pPr algn="l">
              <a:lnSpc>
                <a:spcPts val="3510"/>
              </a:lnSpc>
            </a:pPr>
          </a:p>
          <a:p>
            <a:pPr algn="l">
              <a:lnSpc>
                <a:spcPts val="3510"/>
              </a:lnSpc>
            </a:pPr>
            <a:r>
              <a:rPr lang="en-US" sz="2507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34775" y="1285875"/>
            <a:ext cx="6753225" cy="9001125"/>
          </a:xfrm>
          <a:custGeom>
            <a:avLst/>
            <a:gdLst/>
            <a:ahLst/>
            <a:cxnLst/>
            <a:rect r="r" b="b" t="t" l="l"/>
            <a:pathLst>
              <a:path h="9001125" w="6753225">
                <a:moveTo>
                  <a:pt x="0" y="0"/>
                </a:moveTo>
                <a:lnTo>
                  <a:pt x="6753225" y="0"/>
                </a:lnTo>
                <a:lnTo>
                  <a:pt x="6753225" y="9001125"/>
                </a:lnTo>
                <a:lnTo>
                  <a:pt x="0" y="900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2960" y="1259501"/>
            <a:ext cx="11064240" cy="167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01"/>
              </a:lnSpc>
            </a:pPr>
            <a:r>
              <a:rPr lang="en-US" sz="12501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AI ANNOUNCEMENT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2960" y="2956856"/>
            <a:ext cx="5303520" cy="167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01"/>
              </a:lnSpc>
            </a:pPr>
            <a:r>
              <a:rPr lang="en-US" sz="12501">
                <a:solidFill>
                  <a:srgbClr val="2A67C2"/>
                </a:solidFill>
                <a:latin typeface="League Gothic"/>
                <a:ea typeface="League Gothic"/>
                <a:cs typeface="League Gothic"/>
                <a:sym typeface="League Gothic"/>
              </a:rPr>
              <a:t>CHECKER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4714875"/>
            <a:ext cx="5448300" cy="219075"/>
          </a:xfrm>
          <a:custGeom>
            <a:avLst/>
            <a:gdLst/>
            <a:ahLst/>
            <a:cxnLst/>
            <a:rect r="r" b="b" t="t" l="l"/>
            <a:pathLst>
              <a:path h="219075" w="5448300">
                <a:moveTo>
                  <a:pt x="0" y="0"/>
                </a:moveTo>
                <a:lnTo>
                  <a:pt x="5448300" y="0"/>
                </a:lnTo>
                <a:lnTo>
                  <a:pt x="5448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2960" y="5571260"/>
            <a:ext cx="1097280" cy="133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3"/>
              </a:lnSpc>
            </a:pPr>
            <a:r>
              <a:rPr lang="en-US" sz="10013" b="true">
                <a:solidFill>
                  <a:srgbClr val="2A67C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71700" y="5781675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9536" y="6920163"/>
            <a:ext cx="2450592" cy="140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50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 AI to check grammar and information.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3360" y="5585005"/>
            <a:ext cx="1097280" cy="129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0"/>
              </a:lnSpc>
            </a:pPr>
            <a:r>
              <a:rPr lang="en-US" sz="9680" b="true">
                <a:solidFill>
                  <a:srgbClr val="2A67C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38775" y="5781675"/>
            <a:ext cx="1314450" cy="647700"/>
          </a:xfrm>
          <a:custGeom>
            <a:avLst/>
            <a:gdLst/>
            <a:ahLst/>
            <a:cxnLst/>
            <a:rect r="r" b="b" t="t" l="l"/>
            <a:pathLst>
              <a:path h="647700" w="131445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41648" y="6919264"/>
            <a:ext cx="1938528" cy="187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3"/>
              </a:lnSpc>
            </a:pPr>
            <a:r>
              <a:rPr lang="en-US" sz="253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Compare AI suggestions with the original text.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05472" y="5584536"/>
            <a:ext cx="1097280" cy="1294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17"/>
              </a:lnSpc>
            </a:pPr>
            <a:r>
              <a:rPr lang="en-US" sz="9717" b="true">
                <a:solidFill>
                  <a:srgbClr val="2A67C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486775" y="5781675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205472" y="6855089"/>
            <a:ext cx="2157984" cy="199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6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Discuss and correct errors with your partner.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14432" y="5614911"/>
            <a:ext cx="1097280" cy="122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1"/>
              </a:lnSpc>
            </a:pPr>
            <a:r>
              <a:rPr lang="en-US" sz="9201" b="true">
                <a:solidFill>
                  <a:srgbClr val="2A67C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14432" y="6947487"/>
            <a:ext cx="2157984" cy="134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4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Use AI as a learning tool, not a shortcut.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9850" y="1495425"/>
            <a:ext cx="8058150" cy="8791575"/>
          </a:xfrm>
          <a:custGeom>
            <a:avLst/>
            <a:gdLst/>
            <a:ahLst/>
            <a:cxnLst/>
            <a:rect r="r" b="b" t="t" l="l"/>
            <a:pathLst>
              <a:path h="8791575" w="8058150">
                <a:moveTo>
                  <a:pt x="0" y="0"/>
                </a:moveTo>
                <a:lnTo>
                  <a:pt x="8058150" y="0"/>
                </a:lnTo>
                <a:lnTo>
                  <a:pt x="8058150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9625" y="4924425"/>
            <a:ext cx="8324850" cy="76200"/>
          </a:xfrm>
          <a:custGeom>
            <a:avLst/>
            <a:gdLst/>
            <a:ahLst/>
            <a:cxnLst/>
            <a:rect r="r" b="b" t="t" l="l"/>
            <a:pathLst>
              <a:path h="76200" w="8324850">
                <a:moveTo>
                  <a:pt x="0" y="0"/>
                </a:moveTo>
                <a:lnTo>
                  <a:pt x="8324850" y="0"/>
                </a:lnTo>
                <a:lnTo>
                  <a:pt x="83248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45" t="-275000" r="-114" b="-18750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9625" y="5353050"/>
            <a:ext cx="9401175" cy="4171950"/>
          </a:xfrm>
          <a:custGeom>
            <a:avLst/>
            <a:gdLst/>
            <a:ahLst/>
            <a:cxnLst/>
            <a:rect r="r" b="b" t="t" l="l"/>
            <a:pathLst>
              <a:path h="4171950" w="9401175">
                <a:moveTo>
                  <a:pt x="0" y="0"/>
                </a:moveTo>
                <a:lnTo>
                  <a:pt x="9401175" y="0"/>
                </a:lnTo>
                <a:lnTo>
                  <a:pt x="9401175" y="4171950"/>
                </a:lnTo>
                <a:lnTo>
                  <a:pt x="0" y="4171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22" t="0" r="-303" b="-29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0432" y="5717322"/>
            <a:ext cx="585216" cy="63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4767" spc="-95">
                <a:solidFill>
                  <a:srgbClr val="3779C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6272" y="5716905"/>
            <a:ext cx="607161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835" spc="-5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Write a 50-70 word announcement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432" y="6457986"/>
            <a:ext cx="585216" cy="63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4767" spc="-95">
                <a:solidFill>
                  <a:srgbClr val="3779C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76272" y="6503479"/>
            <a:ext cx="579729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794" spc="-5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Choose one situation from our lab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0432" y="7208937"/>
            <a:ext cx="585216" cy="63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4767" spc="-95">
                <a:solidFill>
                  <a:srgbClr val="3779C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76272" y="7248906"/>
            <a:ext cx="636422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814" spc="-5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Include what, who, when, where, why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0432" y="7970175"/>
            <a:ext cx="585216" cy="63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4767" spc="-95">
                <a:solidFill>
                  <a:srgbClr val="3779C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76272" y="7985569"/>
            <a:ext cx="610819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876" spc="-5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clear language and imperative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0432" y="8700552"/>
            <a:ext cx="585216" cy="63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4767" spc="-95">
                <a:solidFill>
                  <a:srgbClr val="3779C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6272" y="8730234"/>
            <a:ext cx="676656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814" spc="-5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Prepare to present your announcement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4672" y="1408229"/>
            <a:ext cx="8284464" cy="270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5"/>
              </a:lnSpc>
            </a:pPr>
            <a:r>
              <a:rPr lang="en-US" sz="10405" spc="-208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CREATING YOUR </a:t>
            </a:r>
            <a:r>
              <a:rPr lang="en-US" sz="10405" spc="-208">
                <a:solidFill>
                  <a:srgbClr val="3779CF"/>
                </a:solidFill>
                <a:latin typeface="League Gothic"/>
                <a:ea typeface="League Gothic"/>
                <a:cs typeface="League Gothic"/>
                <a:sym typeface="League Gothic"/>
              </a:rPr>
              <a:t>OWN</a:t>
            </a:r>
            <a:r>
              <a:rPr lang="en-US" sz="10405" spc="-208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 ANNOUNCEMENT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9850" y="0"/>
            <a:ext cx="8058150" cy="10287000"/>
          </a:xfrm>
          <a:custGeom>
            <a:avLst/>
            <a:gdLst/>
            <a:ahLst/>
            <a:cxnLst/>
            <a:rect r="r" b="b" t="t" l="l"/>
            <a:pathLst>
              <a:path h="10287000" w="8058150">
                <a:moveTo>
                  <a:pt x="0" y="0"/>
                </a:moveTo>
                <a:lnTo>
                  <a:pt x="8058150" y="0"/>
                </a:lnTo>
                <a:lnTo>
                  <a:pt x="8058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9808" y="885015"/>
            <a:ext cx="8522208" cy="186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8"/>
              </a:lnSpc>
            </a:pPr>
            <a:r>
              <a:rPr lang="en-US" sz="13998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PRESENTATION,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9808" y="2641733"/>
            <a:ext cx="10314432" cy="78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9"/>
              </a:lnSpc>
            </a:pPr>
            <a:r>
              <a:rPr lang="en-US" sz="5889" b="true">
                <a:solidFill>
                  <a:srgbClr val="3777D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FEEDBACK, AND SUMMARY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429000"/>
            <a:ext cx="6324600" cy="219075"/>
          </a:xfrm>
          <a:custGeom>
            <a:avLst/>
            <a:gdLst/>
            <a:ahLst/>
            <a:cxnLst/>
            <a:rect r="r" b="b" t="t" l="l"/>
            <a:pathLst>
              <a:path h="219075" w="6324600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4672" y="3809428"/>
            <a:ext cx="641908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311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Share, reflect, and learn together.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85800" y="4619625"/>
            <a:ext cx="1714500" cy="1600200"/>
          </a:xfrm>
          <a:custGeom>
            <a:avLst/>
            <a:gdLst/>
            <a:ahLst/>
            <a:cxnLst/>
            <a:rect r="r" b="b" t="t" l="l"/>
            <a:pathLst>
              <a:path h="1600200" w="1714500">
                <a:moveTo>
                  <a:pt x="0" y="0"/>
                </a:moveTo>
                <a:lnTo>
                  <a:pt x="1714500" y="0"/>
                </a:lnTo>
                <a:lnTo>
                  <a:pt x="17145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22" t="-7738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4128" y="4940915"/>
            <a:ext cx="1024128" cy="138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86"/>
              </a:lnSpc>
            </a:pPr>
            <a:r>
              <a:rPr lang="en-US" b="true" sz="10386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98064" y="4890325"/>
            <a:ext cx="41330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2"/>
              </a:lnSpc>
            </a:pPr>
            <a:r>
              <a:rPr lang="en-US" sz="322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 TO CLASS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98064" y="5554028"/>
            <a:ext cx="554126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5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Deliver your announcement clearly.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85800" y="6305550"/>
            <a:ext cx="1714500" cy="1590675"/>
          </a:xfrm>
          <a:custGeom>
            <a:avLst/>
            <a:gdLst/>
            <a:ahLst/>
            <a:cxnLst/>
            <a:rect r="r" b="b" t="t" l="l"/>
            <a:pathLst>
              <a:path h="1590675" w="1714500">
                <a:moveTo>
                  <a:pt x="0" y="0"/>
                </a:moveTo>
                <a:lnTo>
                  <a:pt x="1714500" y="0"/>
                </a:lnTo>
                <a:lnTo>
                  <a:pt x="1714500" y="1590675"/>
                </a:lnTo>
                <a:lnTo>
                  <a:pt x="0" y="1590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22" t="-5988" r="0" b="-239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4128" y="6722004"/>
            <a:ext cx="1024128" cy="120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3"/>
              </a:lnSpc>
            </a:pPr>
            <a:r>
              <a:rPr lang="en-US" b="true" sz="9043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98064" y="6578156"/>
            <a:ext cx="349300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331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PEER FEEDBACK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8064" y="7226046"/>
            <a:ext cx="54681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Give two stars and one suggestion.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7700" y="7924800"/>
            <a:ext cx="1752600" cy="1933575"/>
          </a:xfrm>
          <a:custGeom>
            <a:avLst/>
            <a:gdLst/>
            <a:ahLst/>
            <a:cxnLst/>
            <a:rect r="r" b="b" t="t" l="l"/>
            <a:pathLst>
              <a:path h="1933575" w="1752600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4128" y="8439689"/>
            <a:ext cx="1024128" cy="1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2"/>
              </a:lnSpc>
            </a:pPr>
            <a:r>
              <a:rPr lang="en-US" b="true" sz="9062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98064" y="8130730"/>
            <a:ext cx="482803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24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SUMMARIZE LEARNING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98064" y="8774430"/>
            <a:ext cx="588873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56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Review purpose, structure, language, AI use, and communication.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10287000"/>
          </a:xfrm>
          <a:custGeom>
            <a:avLst/>
            <a:gdLst/>
            <a:ahLst/>
            <a:cxnLst/>
            <a:rect r="r" b="b" t="t" l="l"/>
            <a:pathLst>
              <a:path h="10287000" w="12192000">
                <a:moveTo>
                  <a:pt x="0" y="0"/>
                </a:moveTo>
                <a:lnTo>
                  <a:pt x="12192000" y="0"/>
                </a:lnTo>
                <a:lnTo>
                  <a:pt x="1219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700" y="3429000"/>
            <a:ext cx="6972300" cy="219075"/>
          </a:xfrm>
          <a:custGeom>
            <a:avLst/>
            <a:gdLst/>
            <a:ahLst/>
            <a:cxnLst/>
            <a:rect r="r" b="b" t="t" l="l"/>
            <a:pathLst>
              <a:path h="219075" w="6972300">
                <a:moveTo>
                  <a:pt x="0" y="0"/>
                </a:moveTo>
                <a:lnTo>
                  <a:pt x="6972300" y="0"/>
                </a:lnTo>
                <a:lnTo>
                  <a:pt x="6972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6656" y="3964686"/>
            <a:ext cx="32918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3777E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REFLECT ON TODAY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656" y="4527233"/>
            <a:ext cx="2670048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6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3 things learned</a:t>
            </a:r>
          </a:p>
          <a:p>
            <a:pPr algn="l">
              <a:lnSpc>
                <a:spcPts val="3195"/>
              </a:lnSpc>
            </a:pPr>
            <a:r>
              <a:rPr lang="en-US" sz="26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 new words</a:t>
            </a:r>
          </a:p>
          <a:p>
            <a:pPr algn="l">
              <a:lnSpc>
                <a:spcPts val="3195"/>
              </a:lnSpc>
            </a:pPr>
            <a:r>
              <a:rPr lang="en-US" sz="26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 question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6656" y="6296596"/>
            <a:ext cx="329184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3777E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THINK ABOUT THIS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656" y="6841236"/>
            <a:ext cx="632764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6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How do announcements help</a:t>
            </a:r>
          </a:p>
          <a:p>
            <a:pPr algn="l">
              <a:lnSpc>
                <a:spcPts val="3195"/>
              </a:lnSpc>
            </a:pPr>
            <a:r>
              <a:rPr lang="en-US" sz="26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safe, clear communication in industry?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656" y="8183118"/>
            <a:ext cx="294436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3777E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YOUR NEXT STEP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6656" y="8656320"/>
            <a:ext cx="674827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Prepare a digital announcement poster for the lab.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924925" y="0"/>
            <a:ext cx="9363075" cy="10287000"/>
          </a:xfrm>
          <a:custGeom>
            <a:avLst/>
            <a:gdLst/>
            <a:ahLst/>
            <a:cxnLst/>
            <a:rect r="r" b="b" t="t" l="l"/>
            <a:pathLst>
              <a:path h="10287000" w="9363075">
                <a:moveTo>
                  <a:pt x="0" y="0"/>
                </a:moveTo>
                <a:lnTo>
                  <a:pt x="9363075" y="0"/>
                </a:lnTo>
                <a:lnTo>
                  <a:pt x="93630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60352" y="3844650"/>
            <a:ext cx="2414016" cy="8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5"/>
              </a:lnSpc>
            </a:pPr>
            <a:r>
              <a:rPr lang="en-US" sz="3469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Safety Announcement</a:t>
            </a:r>
          </a:p>
        </p:txBody>
      </p:sp>
      <p:sp>
        <p:nvSpPr>
          <p:cNvPr name="TextBox 13" id="13"/>
          <p:cNvSpPr txBox="true"/>
          <p:nvPr/>
        </p:nvSpPr>
        <p:spPr>
          <a:xfrm rot="216000">
            <a:off x="11875488" y="5015624"/>
            <a:ext cx="2468880" cy="40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476" b="true">
                <a:solidFill>
                  <a:srgbClr val="3777E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Work safely. Think clearly. Communicate always.</a:t>
            </a:r>
          </a:p>
        </p:txBody>
      </p:sp>
      <p:sp>
        <p:nvSpPr>
          <p:cNvPr name="TextBox 14" id="14"/>
          <p:cNvSpPr txBox="true"/>
          <p:nvPr/>
        </p:nvSpPr>
        <p:spPr>
          <a:xfrm rot="216000">
            <a:off x="11758456" y="5937662"/>
            <a:ext cx="2157984" cy="112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236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Stay alert</a:t>
            </a:r>
          </a:p>
          <a:p>
            <a:pPr algn="l">
              <a:lnSpc>
                <a:spcPts val="2244"/>
              </a:lnSpc>
            </a:pPr>
            <a:r>
              <a:rPr lang="en-US" sz="236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Stay safe</a:t>
            </a:r>
          </a:p>
          <a:p>
            <a:pPr algn="l">
              <a:lnSpc>
                <a:spcPts val="2244"/>
              </a:lnSpc>
            </a:pPr>
            <a:r>
              <a:rPr lang="en-US" sz="236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Stay productive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753850" y="5572125"/>
            <a:ext cx="2181225" cy="219075"/>
          </a:xfrm>
          <a:custGeom>
            <a:avLst/>
            <a:gdLst/>
            <a:ahLst/>
            <a:cxnLst/>
            <a:rect r="r" b="b" t="t" l="l"/>
            <a:pathLst>
              <a:path h="219075" w="2181225">
                <a:moveTo>
                  <a:pt x="0" y="0"/>
                </a:moveTo>
                <a:lnTo>
                  <a:pt x="2181225" y="0"/>
                </a:lnTo>
                <a:lnTo>
                  <a:pt x="218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76656" y="1034235"/>
            <a:ext cx="7717536" cy="253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5"/>
              </a:lnSpc>
            </a:pPr>
            <a:r>
              <a:rPr lang="en-US" sz="11464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Reflection and </a:t>
            </a:r>
            <a:r>
              <a:rPr lang="en-US" sz="11464">
                <a:solidFill>
                  <a:srgbClr val="3777E3"/>
                </a:solidFill>
                <a:latin typeface="League Gothic"/>
                <a:ea typeface="League Gothic"/>
                <a:cs typeface="League Gothic"/>
                <a:sym typeface="League Gothic"/>
              </a:rPr>
              <a:t>Follow-Up Task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DAHUG16vQvc</dc:identifier>
  <dcterms:modified xsi:type="dcterms:W3CDTF">2011-08-01T06:04:30Z</dcterms:modified>
  <cp:revision>1</cp:revision>
</cp:coreProperties>
</file>